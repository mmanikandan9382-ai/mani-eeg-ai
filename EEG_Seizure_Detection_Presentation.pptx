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Seizure Pattern Detection from EEG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Capstone project</a:t>
            </a:r>
          </a:p>
          <a:p>
            <a:pPr>
              <a:defRPr sz="2200"/>
            </a:pPr>
            <a:r>
              <a:t>Student: [Name] | Department: [Department] | Guide: [Guide]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Preprocess EEG segments and extract useful features.</a:t>
            </a:r>
          </a:p>
          <a:p>
            <a:pPr>
              <a:defRPr sz="2200"/>
            </a:pPr>
            <a:r>
              <a:t>Classify segments as seizure or non-seizure.</a:t>
            </a:r>
          </a:p>
          <a:p>
            <a:pPr>
              <a:defRPr sz="2200"/>
            </a:pPr>
            <a:r>
              <a:t>Evaluate false alarms and missed detections on independent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Document a licensed EEG dataset.</a:t>
            </a:r>
          </a:p>
          <a:p>
            <a:pPr>
              <a:defRPr sz="1800"/>
            </a:pPr>
            <a:r>
              <a:t>Filter and segment EEG signals.</a:t>
            </a:r>
          </a:p>
          <a:p>
            <a:pPr>
              <a:defRPr sz="1800"/>
            </a:pPr>
            <a:r>
              <a:t>Extract time/frequency features.</a:t>
            </a:r>
          </a:p>
          <a:p>
            <a:pPr>
              <a:defRPr sz="1800"/>
            </a:pPr>
            <a:r>
              <a:t>Train and independently evaluate a classifier.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EEG data → preprocessing → features → subject-independent split → classifier → evaluation and visualisation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Dataset/source: [insert details]</a:t>
            </a:r>
          </a:p>
          <a:p>
            <a:pPr>
              <a:defRPr sz="1800"/>
            </a:pPr>
            <a:r>
              <a:t>Sampling rate/channels/segment duration: [details]</a:t>
            </a:r>
          </a:p>
          <a:p>
            <a:pPr>
              <a:defRPr sz="1800"/>
            </a:pPr>
            <a:r>
              <a:t>Label definitions and license: [details]</a:t>
            </a:r>
          </a:p>
          <a:p>
            <a:pPr>
              <a:defRPr sz="1800"/>
            </a:pPr>
            <a:r>
              <a:t>Bundled sample data is synthetic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Band-pass and optional notch filtering</a:t>
            </a:r>
          </a:p>
          <a:p>
            <a:pPr>
              <a:defRPr sz="2200"/>
            </a:pPr>
            <a:r>
              <a:t>Time-domain: standard deviation, RMS, line length</a:t>
            </a:r>
          </a:p>
          <a:p>
            <a:pPr>
              <a:defRPr sz="2200"/>
            </a:pPr>
            <a:r>
              <a:t>Frequency-domain: band power and dominant frequency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Random Forest baseline</a:t>
            </a:r>
          </a:p>
          <a:p>
            <a:pPr>
              <a:defRPr sz="2200"/>
            </a:pPr>
            <a:r>
              <a:t>Optional subject-independent split by subject_id</a:t>
            </a:r>
          </a:p>
          <a:p>
            <a:pPr>
              <a:defRPr sz="2200"/>
            </a:pPr>
            <a:r>
              <a:t>Compare against SVM or other baselines in future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Sensitivity and specificity</a:t>
            </a:r>
          </a:p>
          <a:p>
            <a:pPr>
              <a:defRPr sz="1800"/>
            </a:pPr>
            <a:r>
              <a:t>Precision, recall and F1-score</a:t>
            </a:r>
          </a:p>
          <a:p>
            <a:pPr>
              <a:defRPr sz="1800"/>
            </a:pPr>
            <a:r>
              <a:t>Confusion matrix</a:t>
            </a:r>
          </a:p>
          <a:p>
            <a:pPr>
              <a:defRPr sz="1800"/>
            </a:pPr>
            <a:r>
              <a:t>False positives and false negatives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Dataset/split: [actual details]</a:t>
            </a:r>
          </a:p>
          <a:p>
            <a:pPr>
              <a:defRPr sz="1800"/>
            </a:pPr>
            <a:r>
              <a:t>Sensitivity/specificity: [actual values]</a:t>
            </a:r>
          </a:p>
          <a:p>
            <a:pPr>
              <a:defRPr sz="1800"/>
            </a:pPr>
            <a:r>
              <a:t>F1-score: [actual value]</a:t>
            </a:r>
          </a:p>
          <a:p>
            <a:pPr>
              <a:defRPr sz="1800"/>
            </a:pPr>
            <a:r>
              <a:t>Do not report synthetic scores as clinical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Not a clinical diagnostic tool</a:t>
            </a:r>
          </a:p>
          <a:p>
            <a:pPr>
              <a:defRPr sz="2200"/>
            </a:pPr>
            <a:r>
              <a:t>Synthetic data is only for testing the code workflow</a:t>
            </a:r>
          </a:p>
          <a:p>
            <a:pPr>
              <a:defRPr sz="2200"/>
            </a:pPr>
            <a:r>
              <a:t>Real EEG needs licensed data and independent subject-level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Validate on an appropriately licensed real dataset</a:t>
            </a:r>
          </a:p>
          <a:p>
            <a:pPr>
              <a:defRPr sz="2200"/>
            </a:pPr>
            <a:r>
              <a:t>Measure event-level performance and false alarms per hour</a:t>
            </a:r>
          </a:p>
          <a:p>
            <a:pPr>
              <a:defRPr sz="2200"/>
            </a:pPr>
            <a:r>
              <a:t>Add references and reproducible experiment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